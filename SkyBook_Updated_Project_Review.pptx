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124082"/>
                </a:solidFill>
              </a:defRPr>
            </a:pPr>
            <a:r>
              <a:t>✈ SkyBook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5EB4"/>
                </a:solidFill>
              </a:defRPr>
            </a:pPr>
            <a:r>
              <a:t>Flight Booking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6576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F6978"/>
                </a:solidFill>
              </a:defRPr>
            </a:pPr>
            <a:r>
              <a:t>Project Review – Updated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5720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4"/>
                </a:solidFill>
              </a:defRPr>
            </a:pPr>
            <a:r>
              <a:t>Frontend + Node.js/Express Backend + MySQL 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082"/>
                </a:solidFill>
              </a:defRPr>
            </a:pPr>
            <a:r>
              <a:t>1. 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32A34"/>
                </a:solidFill>
              </a:defRPr>
            </a:pPr>
            <a:r>
              <a:t>Develop a web-based flight booking portal named SkyBook.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4"/>
                </a:solidFill>
              </a:defRPr>
            </a:pPr>
            <a:r>
              <a:t>Allow users to search available flights using origin, destination and travel date.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4"/>
                </a:solidFill>
              </a:defRPr>
            </a:pPr>
            <a:r>
              <a:t>Connect the frontend to a Node.js/Express REST backend.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4"/>
                </a:solidFill>
              </a:defRPr>
            </a:pPr>
            <a:r>
              <a:t>Store and retrieve flight information using the existing MySQL database.</a:t>
            </a:r>
          </a:p>
          <a:p>
            <a:pPr>
              <a:spcAft>
                <a:spcPts val="1200"/>
              </a:spcAft>
              <a:defRPr sz="2100" b="0">
                <a:solidFill>
                  <a:srgbClr val="232A34"/>
                </a:solidFill>
              </a:defRPr>
            </a:pPr>
            <a:r>
              <a:t>Build the foundation for user authentication and flight booking.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082"/>
                </a:solidFill>
              </a:defRPr>
            </a:pPr>
            <a:r>
              <a:t>2. Technologies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25880"/>
            <a:ext cx="2194560" cy="530352"/>
          </a:xfrm>
          <a:prstGeom prst="roundRect">
            <a:avLst/>
          </a:prstGeom>
          <a:solidFill>
            <a:srgbClr val="12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9903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389888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A34"/>
                </a:solidFill>
              </a:defRPr>
            </a:pPr>
            <a:r>
              <a:t>HTML5, CSS3, JavaScript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84248"/>
            <a:ext cx="2194560" cy="530352"/>
          </a:xfrm>
          <a:prstGeom prst="roundRect">
            <a:avLst/>
          </a:prstGeom>
          <a:solidFill>
            <a:srgbClr val="12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048255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A34"/>
                </a:solidFill>
              </a:defRPr>
            </a:pPr>
            <a:r>
              <a:t>Node.js + Express.js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42615"/>
            <a:ext cx="2194560" cy="530352"/>
          </a:xfrm>
          <a:prstGeom prst="roundRect">
            <a:avLst/>
          </a:prstGeom>
          <a:solidFill>
            <a:srgbClr val="12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1576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706623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A34"/>
                </a:solidFill>
              </a:defRPr>
            </a:pPr>
            <a:r>
              <a:t>MySQL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00983"/>
            <a:ext cx="2194560" cy="530352"/>
          </a:xfrm>
          <a:prstGeom prst="roundRect">
            <a:avLst/>
          </a:prstGeom>
          <a:solidFill>
            <a:srgbClr val="12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74135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364991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A34"/>
                </a:solidFill>
              </a:defRPr>
            </a:pPr>
            <a:r>
              <a:t>Sequelize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59351"/>
            <a:ext cx="2194560" cy="530352"/>
          </a:xfrm>
          <a:prstGeom prst="roundRect">
            <a:avLst/>
          </a:prstGeom>
          <a:solidFill>
            <a:srgbClr val="12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32503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0233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A34"/>
                </a:solidFill>
              </a:defRPr>
            </a:pPr>
            <a:r>
              <a:t>JWT-based API authentication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617719"/>
            <a:ext cx="2194560" cy="530352"/>
          </a:xfrm>
          <a:prstGeom prst="roundRect">
            <a:avLst/>
          </a:prstGeom>
          <a:solidFill>
            <a:srgbClr val="12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690871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681727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A34"/>
                </a:solidFill>
              </a:defRPr>
            </a:pPr>
            <a:r>
              <a:t>REST endpoints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276087"/>
            <a:ext cx="2194560" cy="530352"/>
          </a:xfrm>
          <a:prstGeom prst="roundRect">
            <a:avLst/>
          </a:prstGeom>
          <a:solidFill>
            <a:srgbClr val="12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349239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5340095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A34"/>
                </a:solidFill>
              </a:defRPr>
            </a:pPr>
            <a:r>
              <a:t>Chrome + PowerShell + npm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082"/>
                </a:solidFill>
              </a:defRPr>
            </a:pPr>
            <a:r>
              <a:t>3.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Current implemented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2743200" cy="1143000"/>
          </a:xfrm>
          <a:prstGeom prst="roundRect">
            <a:avLst/>
          </a:prstGeom>
          <a:solidFill>
            <a:srgbClr val="EEF5FF"/>
          </a:solidFill>
          <a:ln>
            <a:solidFill>
              <a:srgbClr val="1E5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59152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4082"/>
                </a:solidFill>
              </a:defRPr>
            </a:pPr>
            <a:r>
              <a:t>SkyBook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39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F6978"/>
                </a:solidFill>
              </a:defRPr>
            </a:pPr>
            <a:r>
              <a:t>HTML / CSS / JavaScript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2194560"/>
            <a:ext cx="2743200" cy="1143000"/>
          </a:xfrm>
          <a:prstGeom prst="roundRect">
            <a:avLst/>
          </a:prstGeom>
          <a:solidFill>
            <a:srgbClr val="EEF5FF"/>
          </a:solidFill>
          <a:ln>
            <a:solidFill>
              <a:srgbClr val="1E5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359152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4082"/>
                </a:solidFill>
              </a:defRPr>
            </a:pPr>
            <a:r>
              <a:t>REST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834639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F6978"/>
                </a:solidFill>
              </a:defRPr>
            </a:pPr>
            <a:r>
              <a:t>Node.js / Express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194560"/>
            <a:ext cx="2743200" cy="1143000"/>
          </a:xfrm>
          <a:prstGeom prst="roundRect">
            <a:avLst/>
          </a:prstGeom>
          <a:solidFill>
            <a:srgbClr val="EEF5FF"/>
          </a:solidFill>
          <a:ln>
            <a:solidFill>
              <a:srgbClr val="1E5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2359152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4082"/>
                </a:solidFill>
              </a:defRPr>
            </a:pPr>
            <a:r>
              <a:t>MySQL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834639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F6978"/>
                </a:solidFill>
              </a:defRPr>
            </a:pPr>
            <a:r>
              <a:t>Sequelize ORM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83280" y="2542032"/>
            <a:ext cx="1051560" cy="411480"/>
          </a:xfrm>
          <a:prstGeom prst="rightArrow">
            <a:avLst/>
          </a:prstGeom>
          <a:solidFill>
            <a:srgbClr val="F5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452360" y="2542032"/>
            <a:ext cx="1051560" cy="411480"/>
          </a:xfrm>
          <a:prstGeom prst="rightArrow">
            <a:avLst/>
          </a:prstGeom>
          <a:solidFill>
            <a:srgbClr val="F5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32A34"/>
                </a:solidFill>
              </a:defRPr>
            </a:pPr>
            <a:r>
              <a:t>Browser → REST API → Database → JSON response → Flight results displayed in the 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082"/>
                </a:solidFill>
              </a:defRPr>
            </a:pPr>
            <a:r>
              <a:t>4. Backend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A34"/>
                </a:solidFill>
              </a:defRPr>
            </a:pPr>
            <a:r>
              <a:t>Express server is running on port 5000.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4"/>
                </a:solidFill>
              </a:defRPr>
            </a:pPr>
            <a:r>
              <a:t>Sequelize is used to connect the application models to MySQL.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4"/>
                </a:solidFill>
              </a:defRPr>
            </a:pPr>
            <a:r>
              <a:t>REST endpoints are available for authentication, airports, flights, bookings, passengers and analytics.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4"/>
                </a:solidFill>
              </a:defRPr>
            </a:pPr>
            <a:r>
              <a:t>The backend successfully authenticates with MySQL and synchronizes the models.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4"/>
                </a:solidFill>
              </a:defRPr>
            </a:pPr>
            <a:r>
              <a:t>The flight API returns structured JSON data including airport details and seat availability.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082"/>
                </a:solidFill>
              </a:defRPr>
            </a:pPr>
            <a:r>
              <a:t>5. MySQL Database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A34"/>
                </a:solidFill>
              </a:defRPr>
            </a:pPr>
            <a:r>
              <a:t>The project uses the existing MySQL database configured in the backend.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4"/>
                </a:solidFill>
              </a:defRPr>
            </a:pPr>
            <a:r>
              <a:t>Sequelize handles database connectivity and model mapping.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4"/>
                </a:solidFill>
              </a:defRPr>
            </a:pPr>
            <a:r>
              <a:t>Flight records are stored in the database and retrieved through the API.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4"/>
                </a:solidFill>
              </a:defRPr>
            </a:pPr>
            <a:r>
              <a:t>The current flight API successfully returns 20 records.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4"/>
                </a:solidFill>
              </a:defRPr>
            </a:pPr>
            <a:r>
              <a:t>Each flight includes route, departure/arrival time, price, total seats, available seats and status.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0" y="4389120"/>
            <a:ext cx="3383280" cy="1005840"/>
          </a:xfrm>
          <a:prstGeom prst="roundRect">
            <a:avLst/>
          </a:prstGeom>
          <a:solidFill>
            <a:srgbClr val="12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457200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MySQL  →  Flights  → 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082"/>
                </a:solidFill>
              </a:defRPr>
            </a:pPr>
            <a:r>
              <a:t>6. Frontend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A34"/>
                </a:solidFill>
              </a:defRPr>
            </a:pPr>
            <a:r>
              <a:t>SkyBook interface contains Home, Flights and Services sections.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4"/>
                </a:solidFill>
              </a:defRPr>
            </a:pPr>
            <a:r>
              <a:t>Flight search form accepts From, To and Departure Date.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4"/>
                </a:solidFill>
              </a:defRPr>
            </a:pPr>
            <a:r>
              <a:t>The frontend calls the backend flight API using fetch().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4"/>
                </a:solidFill>
              </a:defRPr>
            </a:pPr>
            <a:r>
              <a:t>Returned flight data is displayed dynamically in the browser.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4"/>
                </a:solidFill>
              </a:defRPr>
            </a:pPr>
            <a:r>
              <a:t>The frontend is now served through localhost:3000 for reliable API communication.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082"/>
                </a:solidFill>
              </a:defRPr>
            </a:pPr>
            <a:r>
              <a:t>7. Working Demo</a:t>
            </a:r>
          </a:p>
        </p:txBody>
      </p:sp>
      <p:pic>
        <p:nvPicPr>
          <p:cNvPr id="3" name="Picture 2" descr="a8f5e185-9a4a-4146-a800-37ba0bbff1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972800" cy="393234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082"/>
                </a:solidFill>
              </a:defRPr>
            </a:pPr>
            <a:r>
              <a:t>8. Integration Issue Resolved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A34"/>
                </a:solidFill>
              </a:defRPr>
            </a:pPr>
            <a:r>
              <a:t>Initial browser testing showed a CORS error because index.html was opened directly using file://.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4"/>
                </a:solidFill>
              </a:defRPr>
            </a:pPr>
            <a:r>
              <a:t>The backend API itself was working correctly.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4"/>
                </a:solidFill>
              </a:defRPr>
            </a:pPr>
            <a:r>
              <a:t>The frontend was moved to a local HTTP server using npx http-server -p 3000.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4"/>
                </a:solidFill>
              </a:defRPr>
            </a:pPr>
            <a:r>
              <a:t>SkyBook is now accessed through http://localhost:3000/index.html.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4"/>
                </a:solidFill>
              </a:defRPr>
            </a:pPr>
            <a:r>
              <a:t>This allows the browser frontend to communicate correctly with the backend on port 5000.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082"/>
                </a:solidFill>
              </a:defRPr>
            </a:pPr>
            <a:r>
              <a:t>9. Current Project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4"/>
                </a:solidFill>
              </a:defRPr>
            </a:pPr>
            <a:r>
              <a:t>Frontend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1243584"/>
            <a:ext cx="4937760" cy="502920"/>
          </a:xfrm>
          <a:prstGeom prst="roundRect">
            <a:avLst/>
          </a:prstGeom>
          <a:solidFill>
            <a:srgbClr val="28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23560" y="1307592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4"/>
                </a:solidFill>
              </a:defRPr>
            </a:pPr>
            <a:r>
              <a:t>Node.js / Express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929384"/>
            <a:ext cx="4937760" cy="502920"/>
          </a:xfrm>
          <a:prstGeom prst="roundRect">
            <a:avLst/>
          </a:prstGeom>
          <a:solidFill>
            <a:srgbClr val="28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560" y="1993391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4"/>
                </a:solidFill>
              </a:defRPr>
            </a:pPr>
            <a:r>
              <a:t>MySQL connection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615184"/>
            <a:ext cx="4937760" cy="502920"/>
          </a:xfrm>
          <a:prstGeom prst="roundRect">
            <a:avLst/>
          </a:prstGeom>
          <a:solidFill>
            <a:srgbClr val="28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679191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Working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4"/>
                </a:solidFill>
              </a:defRPr>
            </a:pPr>
            <a:r>
              <a:t>Flight data retrieval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3300984"/>
            <a:ext cx="4937760" cy="502920"/>
          </a:xfrm>
          <a:prstGeom prst="roundRect">
            <a:avLst/>
          </a:prstGeom>
          <a:solidFill>
            <a:srgbClr val="28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0" y="3364991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Working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4"/>
                </a:solidFill>
              </a:defRPr>
            </a:pPr>
            <a:r>
              <a:t>Frontend ↔ Backend 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986784"/>
            <a:ext cx="4937760" cy="502920"/>
          </a:xfrm>
          <a:prstGeom prst="roundRect">
            <a:avLst/>
          </a:prstGeom>
          <a:solidFill>
            <a:srgbClr val="289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4050792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Working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091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A34"/>
                </a:solidFill>
              </a:defRPr>
            </a:pPr>
            <a:r>
              <a:t>Authentication / Booking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4672584"/>
            <a:ext cx="4937760" cy="502920"/>
          </a:xfrm>
          <a:prstGeom prst="roundRect">
            <a:avLst/>
          </a:prstGeom>
          <a:solidFill>
            <a:srgbClr val="F5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4736592"/>
            <a:ext cx="4663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Backend endpoints implemented; further end-to-end demo/testing can continue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082"/>
                </a:solidFill>
              </a:defRPr>
            </a:pPr>
            <a:r>
              <a:t>10.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A34"/>
                </a:solidFill>
              </a:defRPr>
            </a:pPr>
            <a:r>
              <a:t>Complete and demonstrate user registration and login.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4"/>
                </a:solidFill>
              </a:defRPr>
            </a:pPr>
            <a:r>
              <a:t>Complete end-to-end flight booking from the UI to the database.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4"/>
                </a:solidFill>
              </a:defRPr>
            </a:pPr>
            <a:r>
              <a:t>Show booking confirmation and booking history.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4"/>
                </a:solidFill>
              </a:defRPr>
            </a:pPr>
            <a:r>
              <a:t>Add/verify passenger and seat handling during booking.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4"/>
                </a:solidFill>
              </a:defRPr>
            </a:pPr>
            <a:r>
              <a:t>Perform final testing and prepare the project for final review.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4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FFFFFF"/>
                </a:solidFill>
              </a:defRPr>
            </a:pPr>
            <a:r>
              <a:t>SkyBook – Flight Booking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2E1FA"/>
                </a:solidFill>
              </a:defRPr>
            </a:pPr>
            <a:r>
              <a:t>Frontend • Backend • MySQL • REST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